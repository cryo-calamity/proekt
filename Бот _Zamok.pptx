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28" r:id="rId1"/>
  </p:sldMasterIdLst>
  <p:sldIdLst>
    <p:sldId id="256" r:id="rId2"/>
    <p:sldId id="260" r:id="rId3"/>
    <p:sldId id="273" r:id="rId4"/>
    <p:sldId id="257" r:id="rId5"/>
    <p:sldId id="258" r:id="rId6"/>
    <p:sldId id="272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308C6-B36E-465A-9FDF-52D954171044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3D109-6439-457B-B0E4-79EEC696FF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9980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308C6-B36E-465A-9FDF-52D954171044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3D109-6439-457B-B0E4-79EEC696FF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051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308C6-B36E-465A-9FDF-52D954171044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3D109-6439-457B-B0E4-79EEC696FF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8984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308C6-B36E-465A-9FDF-52D954171044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3D109-6439-457B-B0E4-79EEC696FF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915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308C6-B36E-465A-9FDF-52D954171044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3D109-6439-457B-B0E4-79EEC696FF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8648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308C6-B36E-465A-9FDF-52D954171044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3D109-6439-457B-B0E4-79EEC696FF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1572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308C6-B36E-465A-9FDF-52D954171044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3D109-6439-457B-B0E4-79EEC696FF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7903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308C6-B36E-465A-9FDF-52D954171044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3D109-6439-457B-B0E4-79EEC696FF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4287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308C6-B36E-465A-9FDF-52D954171044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3D109-6439-457B-B0E4-79EEC696FF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4103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308C6-B36E-465A-9FDF-52D954171044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3D109-6439-457B-B0E4-79EEC696FF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6212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308C6-B36E-465A-9FDF-52D954171044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3D109-6439-457B-B0E4-79EEC696FFA4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14542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308C6-B36E-465A-9FDF-52D954171044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3D109-6439-457B-B0E4-79EEC696FF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8898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308C6-B36E-465A-9FDF-52D954171044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3D109-6439-457B-B0E4-79EEC696FFA4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439020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308C6-B36E-465A-9FDF-52D954171044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3D109-6439-457B-B0E4-79EEC696FF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68449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308C6-B36E-465A-9FDF-52D954171044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3D109-6439-457B-B0E4-79EEC696FF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9040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308C6-B36E-465A-9FDF-52D954171044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3D109-6439-457B-B0E4-79EEC696FF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6129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0308C6-B36E-465A-9FDF-52D954171044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7A3D109-6439-457B-B0E4-79EEC696FF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632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9" r:id="rId1"/>
    <p:sldLayoutId id="2147484130" r:id="rId2"/>
    <p:sldLayoutId id="2147484131" r:id="rId3"/>
    <p:sldLayoutId id="2147484132" r:id="rId4"/>
    <p:sldLayoutId id="2147484133" r:id="rId5"/>
    <p:sldLayoutId id="2147484134" r:id="rId6"/>
    <p:sldLayoutId id="2147484135" r:id="rId7"/>
    <p:sldLayoutId id="2147484136" r:id="rId8"/>
    <p:sldLayoutId id="2147484137" r:id="rId9"/>
    <p:sldLayoutId id="2147484138" r:id="rId10"/>
    <p:sldLayoutId id="2147484139" r:id="rId11"/>
    <p:sldLayoutId id="2147484140" r:id="rId12"/>
    <p:sldLayoutId id="2147484141" r:id="rId13"/>
    <p:sldLayoutId id="2147484142" r:id="rId14"/>
    <p:sldLayoutId id="2147484143" r:id="rId15"/>
    <p:sldLayoutId id="214748414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306286"/>
            <a:ext cx="10073330" cy="1932234"/>
          </a:xfrm>
        </p:spPr>
        <p:txBody>
          <a:bodyPr>
            <a:normAutofit fontScale="90000"/>
          </a:bodyPr>
          <a:lstStyle/>
          <a:p>
            <a:pPr algn="r"/>
            <a:r>
              <a:rPr lang="ru-RU" sz="4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«Бот-помощник.</a:t>
            </a:r>
            <a:r>
              <a:rPr lang="en-US" sz="4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Генератор паролей</a:t>
            </a:r>
            <a:r>
              <a:rPr lang="en-US" sz="7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73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sz="36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ZamokBot</a:t>
            </a:r>
            <a:r>
              <a:rPr lang="ru-RU" sz="4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ru-RU" sz="7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7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324048" y="4127829"/>
            <a:ext cx="6867952" cy="9417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Автор работы: Бондарь Алексей Денисович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2400" b="1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Центр талантов </a:t>
            </a:r>
            <a:r>
              <a:rPr lang="ru-RU" sz="2400" b="1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2400" b="1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Кемерово» </a:t>
            </a:r>
            <a:r>
              <a:rPr lang="ru-RU" sz="2400" b="1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ИП-61</a:t>
            </a:r>
            <a:endParaRPr lang="en-US" sz="2400" b="1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65" y="2920646"/>
            <a:ext cx="5423763" cy="3515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648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618835" y="966645"/>
            <a:ext cx="10270837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Каждую минуту хакеры взламывают тысячи аккаунтов. И в 80%  случаев причина не в сложности взлома, а в том, что пользователь выбрал простой пароль или использовал один и тот же пароль на 10 сайтах. Парадокс безопасности в том, что чем сложнее пароль, тем чаще пользователь его забывает или записывает на </a:t>
            </a:r>
            <a:r>
              <a:rPr lang="ru-RU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стикере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именно поэтому сегодня мы поговорим о простом, но важном инструменте-боте для генерации безопасных паролей.</a:t>
            </a: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endParaRPr lang="ru-RU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Актуальность темы: 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Люди не умеют выбирать сложные пароли.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редний пользователь имеет примерно 15 онлайн-аккаунтов, повторяет один пароль везде »ваш пароль-главная дверь в цифровую жизнь»  </a:t>
            </a:r>
            <a:endParaRPr lang="ru-RU" sz="1400" dirty="0" smtClean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400" dirty="0" smtClean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Практическая значимость: 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Снижение риска взломов, готовый сложный пароль за секунду, + проверка утечек, </a:t>
            </a:r>
            <a:r>
              <a:rPr lang="ru-RU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интсрумент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который реально снижает риск взлома, работает прямо в </a:t>
            </a:r>
            <a:r>
              <a:rPr lang="ru-RU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месенджере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 не требует обучения.</a:t>
            </a: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endParaRPr lang="ru-RU" sz="1400" dirty="0" smtClean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ru-RU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Цель 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работы: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Создать простой и быстрый инструмент, который поможет обычным пользователям генерировать сложные пароли без специальных знаний.</a:t>
            </a: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8646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858417" y="429208"/>
            <a:ext cx="8873412" cy="2109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15000"/>
              </a:lnSpc>
            </a:pPr>
            <a:endParaRPr lang="ru-RU" b="1" dirty="0" smtClean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5000"/>
              </a:lnSpc>
            </a:pPr>
            <a:endParaRPr lang="ru-RU" b="1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5000"/>
              </a:lnSpc>
            </a:pPr>
            <a:endParaRPr lang="ru-RU" b="1" dirty="0" smtClean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5000"/>
              </a:lnSpc>
            </a:pPr>
            <a:endParaRPr lang="ru-RU" b="1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5000"/>
              </a:lnSpc>
            </a:pPr>
            <a:endParaRPr lang="ru-RU" b="1" dirty="0" smtClean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5000"/>
              </a:lnSpc>
            </a:pPr>
            <a:endParaRPr lang="ru-RU" sz="2400" b="1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58417" y="643813"/>
            <a:ext cx="9955764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Целевая аудитория</a:t>
            </a:r>
          </a:p>
          <a:p>
            <a:pPr algn="just"/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Массовая аудитория: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обычные пользовали (одни  и те же пароли, утечки аккаунтов).</a:t>
            </a:r>
          </a:p>
          <a:p>
            <a:pPr algn="just"/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Корпоративные сотрудники: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соблюдение политики паролей безопасности без усилий.</a:t>
            </a:r>
          </a:p>
          <a:p>
            <a:pPr algn="just"/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Менеджеры проектов/владельцы аккаунтов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кто регистрирует много сервисов.</a:t>
            </a:r>
          </a:p>
        </p:txBody>
      </p:sp>
    </p:spTree>
    <p:extLst>
      <p:ext uri="{BB962C8B-B14F-4D97-AF65-F5344CB8AC3E}">
        <p14:creationId xmlns:p14="http://schemas.microsoft.com/office/powerpoint/2010/main" val="854659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06276" y="332610"/>
            <a:ext cx="858032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 </a:t>
            </a:r>
            <a:r>
              <a:rPr lang="ru-RU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Сезонность выпуска.</a:t>
            </a:r>
          </a:p>
          <a:p>
            <a:pPr algn="ctr"/>
            <a:endParaRPr lang="ru-RU" sz="28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парольного бота нет классической сезонности. Но есть волны спроса, которые можно использовать.</a:t>
            </a:r>
          </a:p>
          <a:p>
            <a:pPr marL="342900" indent="-342900" algn="just">
              <a:buAutoNum type="arabicPeriod"/>
            </a:pPr>
            <a:endParaRPr lang="ru-RU" dirty="0" smtClean="0">
              <a:solidFill>
                <a:srgbClr val="000000"/>
              </a:solidFill>
              <a:latin typeface="XO Thame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692787"/>
              </p:ext>
            </p:extLst>
          </p:nvPr>
        </p:nvGraphicFramePr>
        <p:xfrm>
          <a:off x="908913" y="1928145"/>
          <a:ext cx="8127999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43998095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14582642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864579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Период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Что происходит?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Почему бот будет востребован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399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Январь-февраль</a:t>
                      </a:r>
                      <a:r>
                        <a:rPr lang="ru-RU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После Новогодних каникул – массовые взломы аккаунтов (люди расслаблены).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Пользователь ищите способы усилить защиту.</a:t>
                      </a: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7630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Сентябрь-октябрь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Учебный год, деловая активность.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Массовая регистрация на новых сервисах.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465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После крупной утечки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Всплеск паники и осознания рисков.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Люди готовы платить за безопасность прямо</a:t>
                      </a:r>
                      <a:r>
                        <a:rPr lang="ru-RU" baseline="0" dirty="0" smtClean="0"/>
                        <a:t> сейчас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961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Черная пятница (ноябрь-декабрь)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Скидки</a:t>
                      </a:r>
                      <a:r>
                        <a:rPr lang="ru-RU" baseline="0" dirty="0" smtClean="0"/>
                        <a:t> на онлайн-сервисы, массовые покупки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Новые аккаунты=новые пароли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837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0629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06276" y="332610"/>
            <a:ext cx="871094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 </a:t>
            </a:r>
            <a:r>
              <a:rPr lang="ru-RU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реализации:</a:t>
            </a:r>
          </a:p>
          <a:p>
            <a:pPr algn="ctr"/>
            <a:endParaRPr lang="ru-RU" sz="28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внедрения бота-генератора паролей есть большой выбор – от привычных мессенджеров до корпоративных платформ и даже до собственного сайта</a:t>
            </a:r>
            <a:endParaRPr lang="ru-RU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dirty="0" smtClean="0">
              <a:solidFill>
                <a:srgbClr val="000000"/>
              </a:solidFill>
              <a:latin typeface="XO Thame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56042"/>
              </p:ext>
            </p:extLst>
          </p:nvPr>
        </p:nvGraphicFramePr>
        <p:xfrm>
          <a:off x="550506" y="1915658"/>
          <a:ext cx="9116008" cy="4786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9002">
                  <a:extLst>
                    <a:ext uri="{9D8B030D-6E8A-4147-A177-3AD203B41FA5}">
                      <a16:colId xmlns:a16="http://schemas.microsoft.com/office/drawing/2014/main" val="172898119"/>
                    </a:ext>
                  </a:extLst>
                </a:gridCol>
                <a:gridCol w="1798475">
                  <a:extLst>
                    <a:ext uri="{9D8B030D-6E8A-4147-A177-3AD203B41FA5}">
                      <a16:colId xmlns:a16="http://schemas.microsoft.com/office/drawing/2014/main" val="1976298711"/>
                    </a:ext>
                  </a:extLst>
                </a:gridCol>
                <a:gridCol w="3825552">
                  <a:extLst>
                    <a:ext uri="{9D8B030D-6E8A-4147-A177-3AD203B41FA5}">
                      <a16:colId xmlns:a16="http://schemas.microsoft.com/office/drawing/2014/main" val="3295549971"/>
                    </a:ext>
                  </a:extLst>
                </a:gridCol>
                <a:gridCol w="1212979">
                  <a:extLst>
                    <a:ext uri="{9D8B030D-6E8A-4147-A177-3AD203B41FA5}">
                      <a16:colId xmlns:a16="http://schemas.microsoft.com/office/drawing/2014/main" val="35086312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dirty="0" smtClean="0"/>
                        <a:t>Платформа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Тип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Ключевые особенности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Сложность реализации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453067"/>
                  </a:ext>
                </a:extLst>
              </a:tr>
              <a:tr h="917116">
                <a:tc>
                  <a:txBody>
                    <a:bodyPr/>
                    <a:lstStyle/>
                    <a:p>
                      <a:r>
                        <a:rPr lang="ru-RU" dirty="0" err="1" smtClean="0"/>
                        <a:t>Телграм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Мессенджер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Самый простой старт: бота создается через </a:t>
                      </a:r>
                      <a:r>
                        <a:rPr lang="en-US" dirty="0" smtClean="0"/>
                        <a:t>@</a:t>
                      </a:r>
                      <a:r>
                        <a:rPr lang="en-US" dirty="0" err="1" smtClean="0"/>
                        <a:t>BotFather</a:t>
                      </a:r>
                      <a:r>
                        <a:rPr lang="en-US" dirty="0" smtClean="0"/>
                        <a:t> </a:t>
                      </a:r>
                      <a:r>
                        <a:rPr lang="ru-RU" dirty="0" smtClean="0"/>
                        <a:t>за</a:t>
                      </a:r>
                      <a:r>
                        <a:rPr lang="ru-RU" baseline="0" dirty="0" smtClean="0"/>
                        <a:t> пару минут.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Низкая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9234736"/>
                  </a:ext>
                </a:extLst>
              </a:tr>
              <a:tr h="917116">
                <a:tc>
                  <a:txBody>
                    <a:bodyPr/>
                    <a:lstStyle/>
                    <a:p>
                      <a:r>
                        <a:rPr lang="en-US" dirty="0" smtClean="0"/>
                        <a:t>Microsoft</a:t>
                      </a:r>
                      <a:r>
                        <a:rPr lang="en-US" baseline="0" dirty="0" smtClean="0"/>
                        <a:t> Teams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Корпоративный портал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Отличный выбор для крупных организаций, которые уже работают в этой системе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Высокая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9657259"/>
                  </a:ext>
                </a:extLst>
              </a:tr>
              <a:tr h="1763685">
                <a:tc>
                  <a:txBody>
                    <a:bodyPr/>
                    <a:lstStyle/>
                    <a:p>
                      <a:r>
                        <a:rPr lang="ru-RU" dirty="0" smtClean="0"/>
                        <a:t>Интернет</a:t>
                      </a:r>
                      <a:r>
                        <a:rPr lang="ru-RU" baseline="0" dirty="0" smtClean="0"/>
                        <a:t> магазин </a:t>
                      </a:r>
                      <a:r>
                        <a:rPr lang="en-US" baseline="0" dirty="0" smtClean="0"/>
                        <a:t>Chrome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</a:t>
                      </a:r>
                      <a:r>
                        <a:rPr lang="ru-RU" dirty="0" err="1" smtClean="0"/>
                        <a:t>аркет</a:t>
                      </a:r>
                      <a:r>
                        <a:rPr lang="ru-RU" baseline="0" dirty="0" err="1" smtClean="0"/>
                        <a:t>плейсом</a:t>
                      </a:r>
                      <a:r>
                        <a:rPr lang="ru-RU" baseline="0" dirty="0" smtClean="0"/>
                        <a:t> расширений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Глобальный охват. Бот работает на компьютере клиента. Это экономит</a:t>
                      </a:r>
                      <a:r>
                        <a:rPr lang="ru-RU" baseline="0" dirty="0" smtClean="0"/>
                        <a:t> серверные мощности, но делает работу бота зависимой от того, открыт ли браузер.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Высокая</a:t>
                      </a: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85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9739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7401" y="143933"/>
            <a:ext cx="8596668" cy="1320800"/>
          </a:xfrm>
        </p:spPr>
        <p:txBody>
          <a:bodyPr/>
          <a:lstStyle/>
          <a:p>
            <a:pPr algn="ctr"/>
            <a:r>
              <a:rPr lang="ru-RU" b="1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ИТОГ</a:t>
            </a:r>
            <a:endParaRPr lang="ru-RU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937068" y="922867"/>
            <a:ext cx="879113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Когда продавать?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Круглый год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Пик: сентябрь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Лучший момент: Сразу после новостей о крупяной утечке</a:t>
            </a: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b="1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Триггеры покупки: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Страх (утечка, взлом)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Удобство (не надо думать)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Доступно (дешевле, чем последний взлом)</a:t>
            </a: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231641" y="4805265"/>
            <a:ext cx="80149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 smtClean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  <a:endParaRPr lang="ru-RU" sz="40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31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Аспект">
  <a:themeElements>
    <a:clrScheme name="Синий и зеленый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17464</TotalTime>
  <Words>385</Words>
  <Application>Microsoft Office PowerPoint</Application>
  <PresentationFormat>Широкоэкранный</PresentationFormat>
  <Paragraphs>71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3" baseType="lpstr">
      <vt:lpstr>Arial</vt:lpstr>
      <vt:lpstr>Calibri</vt:lpstr>
      <vt:lpstr>Times New Roman</vt:lpstr>
      <vt:lpstr>Trebuchet MS</vt:lpstr>
      <vt:lpstr>Wingdings 3</vt:lpstr>
      <vt:lpstr>XO Thames</vt:lpstr>
      <vt:lpstr>Аспект</vt:lpstr>
      <vt:lpstr>«Бот-помощник. Генератор паролей @ZamokBot»  </vt:lpstr>
      <vt:lpstr>Презентация PowerPoint</vt:lpstr>
      <vt:lpstr>Презентация PowerPoint</vt:lpstr>
      <vt:lpstr>Презентация PowerPoint</vt:lpstr>
      <vt:lpstr>Презентация PowerPoint</vt:lpstr>
      <vt:lpstr>ИТОГ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79609</dc:creator>
  <cp:lastModifiedBy>79609</cp:lastModifiedBy>
  <cp:revision>74</cp:revision>
  <dcterms:created xsi:type="dcterms:W3CDTF">2023-01-16T14:26:59Z</dcterms:created>
  <dcterms:modified xsi:type="dcterms:W3CDTF">2026-04-27T14:24:53Z</dcterms:modified>
</cp:coreProperties>
</file>